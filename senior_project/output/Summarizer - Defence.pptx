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Nothing. Read the room, then move on. Don't narrate your own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Open with the concrete version: "You have a ninety-minute recorded lecture and one question about it. Right now your only option is to scrub through it."</a:t>
            </a:r>
          </a:p>
          <a:p>
            <a:r>
              <a:rPr sz="1200"/>
              <a:t>That's the whole problem in one sentence. Don't over-explain.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This is the slide that justifies the project existing. Transcription services stop here and call it done.</a:t>
            </a:r>
          </a:p>
          <a:p>
            <a:r>
              <a:rPr sz="1200"/>
              <a:t>What changed: LLMs can take a long text as context and answer a specific question about it. So: transcribe, then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Land the differentiator here, early: one message can carry several recordings.</a:t>
            </a:r>
          </a:p>
          <a:p>
            <a:r>
              <a:rPr sz="1200"/>
              <a:t>The interesting questions are comparative — "where do these two lectures disagree" — and those need multiple transcripts in front of the model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Justify the choice before they ask: not microservices, because the processes share one database and one deploy. Separate services would add operational cost and buy nothing.</a:t>
            </a:r>
          </a:p>
          <a:p>
            <a:r>
              <a:rPr sz="1200"/>
              <a:t>What I actually needed was to scale transcription independently of the API — the message queue gives me that on its own.</a:t>
            </a:r>
          </a:p>
          <a:p>
            <a:r>
              <a:rPr sz="1200"/>
              <a:t>Workers are competing consumers, so scaling is a replica count. No load balancer: workers pull.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Walk it once, briefly. The only step that needs emphasis is 'claim job atomically' — that is the next slide.</a:t>
            </a:r>
          </a:p>
          <a:p>
            <a:r>
              <a:rPr sz="1200"/>
              <a:t>Note that the reply streams over SSE while the job pipeline is entirely asynchronous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This is your strongest engineering slide. Slow down here.</a:t>
            </a:r>
          </a:p>
          <a:p>
            <a:r>
              <a:rPr sz="1200"/>
              <a:t>Walk the failure: worker A gets partitioned → broker redelivers → worker B transcribes and writes → worker A comes back and writes a stale result over it.</a:t>
            </a:r>
          </a:p>
          <a:p>
            <a:r>
              <a:rPr sz="1200"/>
              <a:t>The claim is one conditional UPDATE: a fresh delivery may claim only a queued job, a redelivery may reclaim a processing one. Every claim writes a new token. A superseded worker's write matches no row and is discarded.</a:t>
            </a:r>
          </a:p>
          <a:p>
            <a:r>
              <a:rPr sz="1200"/>
              <a:t>If asked where you got it: this is the standard fencing-token pattern (Kleppmann, ref [7]).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This is the feature the whole system is designed around, and it shows up at every layer: schema, context assembly, UI.</a:t>
            </a:r>
          </a:p>
          <a:p>
            <a:r>
              <a:rPr sz="1200"/>
              <a:t>The 100,000-character context budget is spent using stored charCount values, so I decide which transcripts fit without reading any of them, then fetch only the ones admitted.</a:t>
            </a:r>
          </a:p>
          <a:p>
            <a:r>
              <a:rPr sz="1200"/>
              <a:t>Note the cost argument — transcription is paid, so referencing by ID instead of copying is a money decision, not just a tidy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A dropped connection is a display problem, not a data-loss problem. The client refetches and the answer is there.</a:t>
            </a:r>
          </a:p>
          <a:p>
            <a:r>
              <a:rPr sz="1200"/>
              <a:t>Why not EventSource: it can't send a POST body, so the client uses fetch plus a stream reader.</a:t>
            </a:r>
          </a:p>
          <a:p>
            <a:r>
              <a:rPr sz="1200"/>
              <a:t>If asked "why no Stop button": stopping the stream wouldn't stop the model or the cost, and the reply would reappear on refetch. Deliberate, not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Faster uploads, less storage, and a privacy story you get for free.</a:t>
            </a:r>
          </a:p>
          <a:p>
            <a:r>
              <a:rPr sz="1200"/>
              <a:t>The serialisation point is a real bug I hit: two files dropped together overwrote each other's working files, because it's one WebAssembly instance with one virtual filesystem.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Paste a YouTube link → the prompt offers to transcribe it → accept.</a:t>
            </a:r>
          </a:p>
          <a:p>
            <a:r>
              <a:rPr sz="1200"/>
              <a:t>While it transcribes, drop a second recording. Point at the meters running.</a:t>
            </a:r>
          </a:p>
          <a:p>
            <a:r>
              <a:rPr sz="1200"/>
              <a:t>Show send is disabled, and the line naming what it's waiting for.</a:t>
            </a:r>
          </a:p>
          <a:p>
            <a:r>
              <a:rPr sz="1200"/>
              <a:t>Both land → ask a comparative question across both.</a:t>
            </a:r>
          </a:p>
          <a:p>
            <a:r>
              <a:rPr sz="1200"/>
              <a:t>Answer streams in.</a:t>
            </a:r>
          </a:p>
          <a:p>
            <a:r>
              <a:rPr sz="1200"/>
              <a:t>Open the sources drawer → attach an older transcript to a new message with no re-upload.</a:t>
            </a:r>
          </a:p>
          <a:p>
            <a:r>
              <a:rPr sz="1200"/>
              <a:t>Have a recorded fallback. Live transcription depends on a paid third-party API and the venue's WiFi.</a:t>
            </a:r>
          </a:p>
          <a:p>
            <a:r>
              <a:rPr sz="1200"/>
              <a:t>Use a short clip. Don't stand there while a 90-minute lecture transcribes.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Tests target the correctness-critical paths: job claiming, transcript persistence, queue publisher and consumer.</a:t>
            </a:r>
          </a:p>
          <a:p>
            <a:r>
              <a:rPr sz="1200"/>
              <a:t>Preflight: if a dependency is down, the process aborts instead of starting half-alive and failing later in a confusing way.</a:t>
            </a:r>
          </a:p>
          <a:p>
            <a:r>
              <a:rPr sz="1200"/>
              <a:t>If asked why the report says 30 files / 169 cases: that count was taken before the last change and was slightly off; these are the current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Do not skip this slide. Volunteering your own limitations is the single best move in a defence — it moves you from defending to discussing, and it pre-empts the question they were going to ask anyway.</a:t>
            </a:r>
          </a:p>
          <a:p>
            <a:r>
              <a:rPr sz="1200"/>
              <a:t>Real example, worth telling: a YouTube fetch hit a transient 403 from the media CDN. It succeeded on a manual retry — but the handler nacks without requeue, so the job had been dropped rather than retried. I've since added retry-with-re-extraction in the fetcher (the signed URL is what gets rejected, so a retry has to re-extract), but the queue-level dead-letter gap above is still open.</a:t>
            </a:r>
          </a:p>
          <a:p>
            <a:r>
              <a:rPr sz="1200"/>
              <a:t>Each one has a known fix: idempotency keys on the write endpoints, a recovery path for requeue, wiring the retry/DLX topology, cursor pagination.</a:t>
            </a:r>
          </a:p>
          <a:p>
            <a:r>
              <a:rPr sz="1200"/>
              <a:t>These are documented in the repo, not discovered this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Timestamped citations is the strongest one — "the model claims X, here's the second in the recording where it was said." It attacks the trust problem directly.</a:t>
            </a:r>
          </a:p>
          <a:p>
            <a:r>
              <a:rPr sz="1200"/>
              <a:t>Retrieval matters because the current design puts whole transcripts in context; that has a hard ceiling. Selecting relevant spans is the documented approach for long meeting transcripts (ref [6]).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Three sentences maximum, then stop talking and let them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Keep this slide hidden unless a question lands on it.</a:t>
            </a:r>
          </a:p>
          <a:p>
            <a:r>
              <a:rPr sz="1200"/>
              <a:t>If you do not know an answer, say so and say what you would measure to find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20240"/>
            <a:ext cx="1082009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400" b="1" i="0">
                <a:solidFill>
                  <a:srgbClr val="FAF9F6"/>
                </a:solidFill>
                <a:latin typeface="Arial"/>
              </a:rPr>
              <a:t>Summarizer: A Chat-Based System for Transcribing and Querying Audio, Video and YouTube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3977639"/>
            <a:ext cx="146304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500" b="1" i="0">
                <a:solidFill>
                  <a:srgbClr val="FAF9F6"/>
                </a:solidFill>
                <a:latin typeface="Arial"/>
              </a:rPr>
              <a:t>Abdelrahman Qazzaz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A8AEB5"/>
                </a:solidFill>
                <a:latin typeface="Arial"/>
              </a:rPr>
              <a:t>Supervisor: Dr. Kholoud Nairokh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A8AEB5"/>
                </a:solidFill>
                <a:latin typeface="Arial"/>
              </a:rPr>
              <a:t>Department of Computer Science, School of Computing — German Jordanian University,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More and more information arrives as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speech</a:t>
            </a:r>
            <a:r>
              <a:rPr sz="1800" b="0" i="0">
                <a:solidFill>
                  <a:srgbClr val="14181F"/>
                </a:solidFill>
                <a:latin typeface="Arial"/>
              </a:rPr>
              <a:t>: lectures, meetings, interviews, video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Speech is easy to record, hard to </a:t>
            </a:r>
            <a:r>
              <a:rPr sz="1800" b="0" i="1">
                <a:solidFill>
                  <a:srgbClr val="14181F"/>
                </a:solidFill>
                <a:latin typeface="Arial"/>
              </a:rPr>
              <a:t>use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You can't search it, quote it, or compare two of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Why transcription alone isn't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Transcription turns an unsearchable medium into a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long</a:t>
            </a:r>
            <a:r>
              <a:rPr sz="1800" b="0" i="0">
                <a:solidFill>
                  <a:srgbClr val="14181F"/>
                </a:solidFill>
                <a:latin typeface="Arial"/>
              </a:rPr>
              <a:t> one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90 minutes → tens of thousands of words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The reader still has to find the answer themselves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What Summarizer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Submit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audio, video, or a YouTube link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System extracts speech → transcribes → stores it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Ask questions in chat —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several transcripts at once, in one message</a:t>
            </a:r>
          </a:p>
        </p:txBody>
      </p:sp>
      <p:pic>
        <p:nvPicPr>
          <p:cNvPr id="6" name="Picture 5" descr="app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735" y="2723769"/>
            <a:ext cx="5852160" cy="27820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Modular monolith: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one artifact, three process types</a:t>
            </a:r>
          </a:p>
          <a:p>
            <a:pPr lvl="1">
              <a:lnSpc>
                <a:spcPct val="125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565C64"/>
                </a:solidFill>
                <a:latin typeface="Arial"/>
              </a:rPr>
              <a:t>— </a:t>
            </a:r>
            <a:r>
              <a:rPr sz="1500" b="0" i="0">
                <a:solidFill>
                  <a:srgbClr val="565C64"/>
                </a:solidFill>
                <a:latin typeface="Courier New"/>
              </a:rPr>
              <a:t>api</a:t>
            </a:r>
            <a:r>
              <a:rPr sz="1600" b="0" i="0">
                <a:solidFill>
                  <a:srgbClr val="565C64"/>
                </a:solidFill>
                <a:latin typeface="Arial"/>
              </a:rPr>
              <a:t> — HTTP + WebSocket</a:t>
            </a:r>
          </a:p>
          <a:p>
            <a:pPr lvl="1">
              <a:lnSpc>
                <a:spcPct val="125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565C64"/>
                </a:solidFill>
                <a:latin typeface="Arial"/>
              </a:rPr>
              <a:t>— </a:t>
            </a:r>
            <a:r>
              <a:rPr sz="1500" b="0" i="0">
                <a:solidFill>
                  <a:srgbClr val="565C64"/>
                </a:solidFill>
                <a:latin typeface="Courier New"/>
              </a:rPr>
              <a:t>transcribe-worker</a:t>
            </a:r>
            <a:r>
              <a:rPr sz="1600" b="0" i="0">
                <a:solidFill>
                  <a:srgbClr val="565C64"/>
                </a:solidFill>
                <a:latin typeface="Arial"/>
              </a:rPr>
              <a:t> — queue consumer, </a:t>
            </a:r>
            <a:r>
              <a:rPr sz="1600" b="1" i="0">
                <a:solidFill>
                  <a:srgbClr val="565C64"/>
                </a:solidFill>
                <a:latin typeface="Arial"/>
              </a:rPr>
              <a:t>N replicas</a:t>
            </a:r>
          </a:p>
          <a:p>
            <a:pPr lvl="1">
              <a:lnSpc>
                <a:spcPct val="125000"/>
              </a:lnSpc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565C64"/>
                </a:solidFill>
                <a:latin typeface="Arial"/>
              </a:rPr>
              <a:t>— </a:t>
            </a:r>
            <a:r>
              <a:rPr sz="1500" b="0" i="0">
                <a:solidFill>
                  <a:srgbClr val="565C64"/>
                </a:solidFill>
                <a:latin typeface="Courier New"/>
              </a:rPr>
              <a:t>youtube-fetcher</a:t>
            </a:r>
            <a:r>
              <a:rPr sz="1600" b="0" i="0">
                <a:solidFill>
                  <a:srgbClr val="565C64"/>
                </a:solidFill>
                <a:latin typeface="Arial"/>
              </a:rPr>
              <a:t> — Python, </a:t>
            </a:r>
            <a:r>
              <a:rPr sz="1500" b="0" i="0">
                <a:solidFill>
                  <a:srgbClr val="565C64"/>
                </a:solidFill>
                <a:latin typeface="Courier New"/>
              </a:rPr>
              <a:t>yt-dlp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RabbitMQ · PostgreSQL · object storage · Redis</a:t>
            </a:r>
          </a:p>
        </p:txBody>
      </p:sp>
      <p:pic>
        <p:nvPicPr>
          <p:cNvPr id="6" name="Picture 5" descr="figure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735" y="2446219"/>
            <a:ext cx="5852160" cy="33371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14181F"/>
                </a:solidFill>
                <a:latin typeface="Arial"/>
              </a:rPr>
              <a:t>End to end: upload to answered question</a:t>
            </a:r>
          </a:p>
        </p:txBody>
      </p:sp>
      <p:pic>
        <p:nvPicPr>
          <p:cNvPr id="4" name="Picture 3" descr="figure2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140" y="1371600"/>
            <a:ext cx="7137415" cy="50291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Correctness: atomic claiming and fencing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Transcription is slow, paid, and can fail — it can't run in a request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RabbitMQ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redelivers</a:t>
            </a:r>
            <a:r>
              <a:rPr sz="1800" b="0" i="0">
                <a:solidFill>
                  <a:srgbClr val="14181F"/>
                </a:solidFill>
                <a:latin typeface="Arial"/>
              </a:rPr>
              <a:t> an unacknowledged message when a consumer's connection drops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…but the original worker may still be alive and still finish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Fix:</a:t>
            </a:r>
            <a:r>
              <a:rPr sz="1800" b="0" i="0">
                <a:solidFill>
                  <a:srgbClr val="14181F"/>
                </a:solidFill>
                <a:latin typeface="Arial"/>
              </a:rPr>
              <a:t> claim atomically, stamp a new token, make every terminal write conditional on still owning it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Transcript + completion are written in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one transaction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Multiple transcripts per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Join table with a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`position`</a:t>
            </a:r>
            <a:r>
              <a:rPr sz="1800" b="0" i="0">
                <a:solidFill>
                  <a:srgbClr val="14181F"/>
                </a:solidFill>
                <a:latin typeface="Arial"/>
              </a:rPr>
              <a:t> column → an </a:t>
            </a:r>
            <a:r>
              <a:rPr sz="1800" b="0" i="1">
                <a:solidFill>
                  <a:srgbClr val="14181F"/>
                </a:solidFill>
                <a:latin typeface="Arial"/>
              </a:rPr>
              <a:t>ordered list</a:t>
            </a:r>
            <a:r>
              <a:rPr sz="1800" b="0" i="0">
                <a:solidFill>
                  <a:srgbClr val="14181F"/>
                </a:solidFill>
                <a:latin typeface="Arial"/>
              </a:rPr>
              <a:t>, not a single reference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Order staged = order persisted = order the model receives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Attached transcripts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replay</a:t>
            </a:r>
            <a:r>
              <a:rPr sz="1800" b="0" i="0">
                <a:solidFill>
                  <a:srgbClr val="14181F"/>
                </a:solidFill>
                <a:latin typeface="Arial"/>
              </a:rPr>
              <a:t> on later turns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Attaching an existing transcript costs nothing — no re-upload, no re-transcription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Streaming replies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Replies stream over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Server-Sent Events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The model run is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decoupled</a:t>
            </a:r>
            <a:r>
              <a:rPr sz="1800" b="0" i="0">
                <a:solidFill>
                  <a:srgbClr val="14181F"/>
                </a:solidFill>
                <a:latin typeface="Arial"/>
              </a:rPr>
              <a:t> from the response stream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Client disconnects mid-answer → the turn still completes and is still stored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The stored conversation is the source of truth, not the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Client-side media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Video is decoded and audio extracted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in the browser</a:t>
            </a:r>
            <a:r>
              <a:rPr sz="1800" b="0" i="0">
                <a:solidFill>
                  <a:srgbClr val="14181F"/>
                </a:solidFill>
                <a:latin typeface="Arial"/>
              </a:rPr>
              <a:t> (ffmpeg.wasm)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Re-encoded to mono, 16 kHz Opus — matched to speech recognition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The original video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never leaves the device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Concurrent jobs serialised — one FFmpeg instance, one filesystem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651760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4400" b="1" i="0">
                <a:solidFill>
                  <a:srgbClr val="FAF9F6"/>
                </a:solidFill>
                <a:latin typeface="Arial"/>
              </a:rPr>
              <a:t>Live demo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A8AEB5"/>
                </a:solidFill>
                <a:latin typeface="Arial"/>
              </a:rPr>
              <a:t>Fallback recording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Engineering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174 source files · 312 commits · 25 test files, 174 test cases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API tests · unit tests · worker tests · Python fetcher tests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Fail-fast preflight on every process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Rate limiting per user; per-user object namespacing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Known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Retried requests aren't idempotent → a lost response can duplicate a paid job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A failed re-run can get stuck queued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Dead-letter exchanges declared but not wired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Message history isn't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Close the limitations above first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Speaker diarisation and timestamped citations back to the audio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Retrieval over transcripts to lift the context ceiling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Sharing a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4181F"/>
                </a:solidFill>
                <a:latin typeface="Arial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55648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Speech → transcript → </a:t>
            </a:r>
            <a:r>
              <a:rPr sz="1800" b="1" i="0">
                <a:solidFill>
                  <a:srgbClr val="14181F"/>
                </a:solidFill>
                <a:latin typeface="Arial"/>
              </a:rPr>
              <a:t>conversation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Several recordings, one question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Asynchronous by necessity, correct under redelivery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0" i="0">
                <a:solidFill>
                  <a:srgbClr val="14181F"/>
                </a:solidFill>
                <a:latin typeface="Arial"/>
              </a:rPr>
              <a:t>▪  </a:t>
            </a:r>
            <a:r>
              <a:rPr sz="1800" b="0" i="0">
                <a:solidFill>
                  <a:srgbClr val="14181F"/>
                </a:solidFill>
                <a:latin typeface="Arial"/>
              </a:rPr>
              <a:t>Thank you —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AA0A7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F7A74"/>
                </a:solidFill>
                <a:latin typeface="Courier New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14181F"/>
                </a:solidFill>
                <a:latin typeface="Arial"/>
              </a:rPr>
              <a:t>Anticipated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371600" cy="38100"/>
          </a:xfrm>
          <a:prstGeom prst="rect">
            <a:avLst/>
          </a:prstGeom>
          <a:solidFill>
            <a:srgbClr val="1F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82009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979615"/>
              </a:tblGrid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They 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Your answer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81F"/>
                          </a:solidFill>
                          <a:latin typeface="Arial"/>
                        </a:rPr>
                        <a:t>Why not microservices?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65C64"/>
                          </a:solidFill>
                          <a:latin typeface="Arial"/>
                        </a:rPr>
                        <a:t>Shared database, shared deploy cadence. The only thing I needed was independent scaling of transcription, and the queue gives me that without the operational cost.</a:t>
                      </a:r>
                    </a:p>
                  </a:txBody>
                  <a:tcPr anchor="t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81F"/>
                          </a:solidFill>
                          <a:latin typeface="Arial"/>
                        </a:rPr>
                        <a:t>Why not train your own ASR model?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65C64"/>
                          </a:solidFill>
                          <a:latin typeface="Arial"/>
                        </a:rPr>
                        <a:t>Out of scope and worse. Large weakly-supervised models (ref [3]) generalise across accents and domains zero-shot; the engineering contribution here is the system around it.</a:t>
                      </a:r>
                    </a:p>
                  </a:txBody>
                  <a:tcPr anchor="t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81F"/>
                          </a:solidFill>
                          <a:latin typeface="Arial"/>
                        </a:rPr>
                        <a:t>What if two workers process the same job?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65C64"/>
                          </a:solidFill>
                          <a:latin typeface="Arial"/>
                        </a:rPr>
                        <a:t>Fencing tokens — slide 6. Only the current claimant can write.</a:t>
                      </a:r>
                    </a:p>
                  </a:txBody>
                  <a:tcPr anchor="t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81F"/>
                          </a:solidFill>
                          <a:latin typeface="Arial"/>
                        </a:rPr>
                        <a:t>What stops one user reading another's data?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65C64"/>
                          </a:solidFill>
                          <a:latin typeface="Arial"/>
                        </a:rPr>
                        <a:t>Every table is keyed by owner and every query is scoped by it; storage keys are namespaced per user, so a non-owner's request fails structurally.</a:t>
                      </a:r>
                    </a:p>
                  </a:txBody>
                  <a:tcPr anchor="t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81F"/>
                          </a:solidFill>
                          <a:latin typeface="Arial"/>
                        </a:rPr>
                        <a:t>How much does it cost to run?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65C64"/>
                          </a:solidFill>
                          <a:latin typeface="Arial"/>
                        </a:rPr>
                        <a:t>Transcription and model calls are the paid parts. That's why transcripts are referenced by ID rather than re-transcribed, and why rate limits are per user.</a:t>
                      </a:r>
                    </a:p>
                  </a:txBody>
                  <a:tcPr anchor="t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81F"/>
                          </a:solidFill>
                          <a:latin typeface="Arial"/>
                        </a:rPr>
                        <a:t>How accurate is the transcription?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65C64"/>
                          </a:solidFill>
                          <a:latin typeface="Arial"/>
                        </a:rPr>
                        <a:t>I use a hosted ASR service and expose its model choice, including re-running a recording with a different model. I haven't benchmarked accuracy myself — say so plainly, don't invent a number.</a:t>
                      </a:r>
                    </a:p>
                  </a:txBody>
                  <a:tcPr anchor="t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81F"/>
                          </a:solidFill>
                          <a:latin typeface="Arial"/>
                        </a:rPr>
                        <a:t>Why is there no Stop button?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65C64"/>
                          </a:solidFill>
                          <a:latin typeface="Arial"/>
                        </a:rPr>
                        <a:t>Slide 8. Aborting the stream stops neither the model nor the cost, and the reply reappears on refetch.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